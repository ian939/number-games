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CDB83-902D-4F64-6662-B472C1D45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141DEF-F078-4977-15EF-49183710F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7CA54D-446D-652B-102B-DC51765A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B280F9-5DC1-87B6-F533-65F4ECCF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C5F6E0-108D-2909-41E4-711AEFB6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5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C747-6D73-5DFE-CA71-BC71AA7F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B0CCD-70E8-069E-E7D2-0668F8E87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CCA1C-DA57-E535-E30F-A51494B3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C03297-DFE0-01E2-EF52-62452C56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B64C1B-96BC-EF20-3545-4BD1434D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0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52514-21A0-80DF-3F10-185DB2C5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6DE502-92AC-3770-6A92-7889D8AD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60810-97AF-DE96-BC89-ED2A297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EC947-5E03-C82B-F6D0-6F52E288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B5BA3-B3E1-6353-778D-86CD4A74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37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CFE3E-17B8-E462-3D78-E9AC2FC9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E0BF1-7B53-CCD2-4C02-3703BC63B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BE04F6-E450-01D2-16E5-5C54F9BAA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B347A2-5FB8-6BC9-2618-FB0F204E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EC7A14-9072-B550-0F05-8D0DA5D1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5B86E7-65BC-A86E-93D8-6572A20C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7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E44EC-371C-1CA5-C997-59638F42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AB91A2-8B38-5B3D-84E7-2D31570F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9E0207-E368-61C0-13DE-3C26FE3D2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36BF20-71E4-D0BB-1F80-07D8795D9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2E54E1-1A96-3B3D-74FC-627168111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02D528-52E9-C330-4697-7DD1E453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9CE4B9-1397-F50F-8ABD-97FBDEBE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B921F6-AFE1-A7D7-92FC-99366417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34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C1024-6671-33C7-F028-5D30DC3DE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882B03-54B2-81D4-90AB-9D5BE2FA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03A311-C134-4B6C-90DC-35520119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461660-F63A-578E-AD19-8CE8298A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02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6BDBAD-40A6-1D59-B02A-DE0D0045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7C7019-9ED7-5AF9-AD9C-3008327B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ACFE9E-0B2C-EA52-2196-022A00A7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66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74AF2-1129-411A-16C2-8388A9B5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D205D-59E0-6399-CAC7-20D13D0B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84DA5F-B1F3-149C-7064-F97B4DC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F8B4CC-9B1F-357F-F065-56CEC054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9FCC9A-A12F-35E1-0770-78B5DA77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902BAC-80FB-819A-725F-EE95119C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81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2C5FD-A699-09B7-7960-EBE3EC28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5F8101-6C00-DD88-478A-9DD0A4421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F1E5B-0B88-2747-D0B1-EDE9CB9B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DDC66-67EE-9D39-430E-92117FBF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62FF9-1A8D-2EA3-1E6A-F7EAD078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421C7-13C5-7DD9-216B-33F68D27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52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CBFCE-FF9F-E606-5477-53688B08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5BDD09-A043-84CA-7955-507611F83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E9CEB-10E1-481A-B2A2-7D4DBE99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D4E6D-A0A7-C2E6-EBD4-406B3DE8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6BAC1-B6E3-326B-29FE-A5B0D7A5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75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BBEBB-E59D-2DCE-7417-A1E1911F1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D3024-9DAD-3030-9D41-0C430FE75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3B229-6351-32F5-5925-F258EBE1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08E21-3C01-C7E6-84EB-F2D91E68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E2340-BA5C-208D-729C-A262CA2D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69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8EA52F-B335-5A51-404C-E0DD6B75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647C8-2DE0-6511-0EF6-CF5E3E445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3794DA-D476-4525-1ACD-0D0CBE9B1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1FA64-65ED-4A82-825B-910AD2F5AD91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D8846-1178-6DB3-E705-7762A746B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C3560-7796-3BD4-0F71-5CA435FCC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52B1B-3A2D-4B17-A777-7E02B5DE2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8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86AEDF-8C93-597D-7348-E9D20FF9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8" y="11134"/>
            <a:ext cx="3779848" cy="68357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7CA42F-B3C8-AA14-59F9-AA6CB375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767" y="37509"/>
            <a:ext cx="4092295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1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ED87F5-BEF8-16CD-E4E2-17D7F0BE0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66" y="258805"/>
            <a:ext cx="4397121" cy="6340389"/>
          </a:xfrm>
          <a:prstGeom prst="rect">
            <a:avLst/>
          </a:prstGeom>
        </p:spPr>
      </p:pic>
      <p:pic>
        <p:nvPicPr>
          <p:cNvPr id="6" name="그림 5" descr="This may contain: different shapes and sizes of origami paper airplanes, including one with an arrow in the middle">
            <a:extLst>
              <a:ext uri="{FF2B5EF4-FFF2-40B4-BE49-F238E27FC236}">
                <a16:creationId xmlns:a16="http://schemas.microsoft.com/office/drawing/2014/main" id="{4F0C4AD2-CB52-D0ED-C4A7-BA39FF082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41" y="977566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8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윤성</dc:creator>
  <cp:lastModifiedBy>김 윤성</cp:lastModifiedBy>
  <cp:revision>1</cp:revision>
  <dcterms:created xsi:type="dcterms:W3CDTF">2026-06-17T02:23:22Z</dcterms:created>
  <dcterms:modified xsi:type="dcterms:W3CDTF">2026-06-17T02:27:15Z</dcterms:modified>
</cp:coreProperties>
</file>